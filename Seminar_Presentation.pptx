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</a:t>
            </a:r>
          </a:p>
          <a:p>
            <a:r>
              <a:t>SEMINAR TOPICS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Submitted by: Akshay S</a:t>
            </a:r>
          </a:p>
          <a:p>
            <a:r>
              <a:t>Branch: CSE S7</a:t>
            </a:r>
          </a:p>
          <a:p>
            <a:r>
              <a:t>Stream: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 / 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Li-Fi (Light Fidelity)</a:t>
            </a:r>
          </a:p>
          <a:p>
            <a:r>
              <a:t>2. Black-Box to White-Box AI Conversion</a:t>
            </a:r>
          </a:p>
          <a:p>
            <a:r>
              <a:t>3. Software Testing Automation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1 - Li-Fi (Light Fidelity)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 Understood from the Paper:</a:t>
            </a:r>
          </a:p>
          <a:p>
            <a:pPr lvl="1"/>
            <a:r>
              <a:t>Li-Fi is a wireless communication technology that uses visible light from LED bulbs to transmit data at high speeds instead of traditional radio waves (Wi-Fi). It converts internet data into ultra-fast, invisible light pulses decoded by photosensors on devices.</a:t>
            </a:r>
          </a:p>
          <a:p>
            <a:r>
              <a:t>Main Features:</a:t>
            </a:r>
          </a:p>
          <a:p>
            <a:pPr lvl="1"/>
            <a:r>
              <a:t>High-speed data transmission using visible light communication (VLC).</a:t>
            </a:r>
          </a:p>
          <a:p>
            <a:pPr lvl="1"/>
            <a:r>
              <a:t>Operates on the completely unregulated light spectrum.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Li-Fi (Pros, Cons &amp; Future Scope)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Pros: Immune to electromagnetic interference. Highly secure because light waves cannot penetrate physical walls.</a:t>
            </a:r>
          </a:p>
          <a:p>
            <a:r>
              <a:t>Cons: Limited operational range requiring a direct line-of-sight. Data transmission stops instantly if the light path is physically blocked.</a:t>
            </a:r>
          </a:p>
          <a:p>
            <a:r>
              <a:t>Future Scope: Integration into smart indoor lighting systems, underwater data transmission, and deployment in interference-sensitive zones like hospital surgical rooms and airplane cabins.</a:t>
            </a:r>
          </a:p>
          <a:p>
            <a:r>
              <a:t>Relevance: Relieves network congestion on crowded radio frequencies and provides an ultra-secure local area network 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2 - Black-Box to White-Box AI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 Understood from the Paper:</a:t>
            </a:r>
          </a:p>
          <a:p>
            <a:pPr lvl="1"/>
            <a:r>
              <a:t>This domain introduces post-hoc explainability frameworks (like LIME and SHAP) that analyze complex, uninterpretable 'black-box' deep learning models to reveal how they make decisions. It translates opaque neural network logic into human-readable 'white-box' visual explanations.</a:t>
            </a:r>
          </a:p>
          <a:p>
            <a:r>
              <a:t>Main Features:</a:t>
            </a:r>
          </a:p>
          <a:p>
            <a:pPr lvl="1"/>
            <a:r>
              <a:t>Model-agnostic explanations.</a:t>
            </a:r>
          </a:p>
          <a:p>
            <a:pPr lvl="1"/>
            <a:r>
              <a:t>Visual tracking of feature or pixel weight contributions to the system's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Conversion (Pros, Cons &amp; Future Scope)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Pros: Uncovers hidden model biases and tracking errors. Builds system accountability for strict regulatory compliance.</a:t>
            </a:r>
          </a:p>
          <a:p>
            <a:r>
              <a:t>Cons: Generating post-hoc explanations requires significant extra processing time and computational power. Explanations are approximations and may not capture the complete network logic.</a:t>
            </a:r>
          </a:p>
          <a:p>
            <a:r>
              <a:t>Future Scope: Automation of debugging tools inside neural network development environments and real-time interpretability engines for autonomous vehicles.</a:t>
            </a:r>
          </a:p>
          <a:p>
            <a:r>
              <a:t>Relevance: Solves the trust crisis in deep learning, making AI safe and auditable for high-risk applications like medical diagnostics and banking.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3 - Software Testing Automation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 Understood from the Paper:</a:t>
            </a:r>
          </a:p>
          <a:p>
            <a:pPr lvl="1"/>
            <a:r>
              <a:t>This technology uses specialized automated frameworks (like Playwright, Cypress, and Selenium) to auto-run test scripts across applications. It completely eliminates repetitive manual quality checks, ensuring software updates are bug-free before production deployment.</a:t>
            </a:r>
          </a:p>
          <a:p>
            <a:r>
              <a:t>Main Features:</a:t>
            </a:r>
          </a:p>
          <a:p>
            <a:pPr lvl="1"/>
            <a:r>
              <a:t>Automated continuous integration (CI) testing pipelines.</a:t>
            </a:r>
          </a:p>
          <a:p>
            <a:pPr lvl="1"/>
            <a:r>
              <a:t>Visual time-travel debugging capabilities and auto-waiting mechanisms.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Automation (Pros, Cons &amp; Future Scope)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Pros: Dramatically speeds up software release cycles. Catches system regression bugs faster and with higher accuracy than human manual testing.</a:t>
            </a:r>
          </a:p>
          <a:p>
            <a:r>
              <a:t>Cons: High initial setup effort and time required to write baseline automation scripts. Flaky tests can generate false error alerts if modern auto-healing practices are omitted.</a:t>
            </a:r>
          </a:p>
          <a:p>
            <a:r>
              <a:t>Future Scope: Growth of self-healing scripts using lightweight AI to fix tests automatically when UI elements change. Widespread deployment inside continuous deployment microservices.</a:t>
            </a:r>
          </a:p>
          <a:p>
            <a:r>
              <a:t>Relevance: Reduces software maintenance overhead, drastically lowering development costs while guaranteeing application stability.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H. Haas, 'Li-Fi: The Next Generation of Wireless High-Speed Optical Connectivity,' IEEE Photonics Technology Letters, Vol. 37, No. 2, Feb. 2025.</a:t>
            </a:r>
          </a:p>
          <a:p>
            <a:r>
              <a:t>2. S. M. Lundberg and S.-I. Lee, 'A Unified Approach to Interpreting Opaque Black-Box Model Predictions,' IEEE Trans. on Pattern Analysis and Machine Intelligence, Vol. 48, No. 4, May 2025.</a:t>
            </a:r>
          </a:p>
          <a:p>
            <a:r>
              <a:t>3. A. M. R. Garro and K. L. Fowler, 'Automated Testing Frameworks in CI/CD Pipelines: A Comparative Review of Modern Toolsets,' in Proc. of the 2026 IEEE ICST, April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